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3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0316A-CF37-4C89-9AC5-9C6C1FE7425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EF05-50E7-43BE-95B8-74627E46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4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EF05-50E7-43BE-95B8-74627E4602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4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24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5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2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0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8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5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9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6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4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5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8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8000"/>
                    </a14:imgEffect>
                    <a14:imgEffect>
                      <a14:colorTemperature colorTemp="6487"/>
                    </a14:imgEffect>
                    <a14:imgEffect>
                      <a14:brightnessContrast contrast="-3000"/>
                    </a14:imgEffect>
                  </a14:imgLayer>
                </a14:imgProps>
              </a:ext>
            </a:extLst>
          </a:blip>
          <a:srcRect/>
          <a:stretch>
            <a:fillRect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90763-DD0A-43B4-9CAE-2B52C637BC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A9AEF-3815-413C-84EC-E74C92B1A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3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7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16344"/>
            <a:ext cx="12192000" cy="2325189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 Sales Data Analysis using SQL Server</a:t>
            </a:r>
            <a:endParaRPr lang="en-US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25189"/>
            <a:ext cx="12192000" cy="45328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9266" y="2421707"/>
            <a:ext cx="56991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3600" b="0" cap="none" spc="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for Data Analyst</a:t>
            </a:r>
            <a:endParaRPr lang="en-US" sz="3600" b="0" cap="none" spc="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266" y="3036077"/>
            <a:ext cx="608384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36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en-US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SQL Server, Excel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913397" y="3694518"/>
            <a:ext cx="1220506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1143000" lvl="1" indent="-685800" algn="ctr">
              <a:buFont typeface="Arial" panose="020B0604020202020204" pitchFamily="34" charset="0"/>
              <a:buChar char="•"/>
            </a:pPr>
            <a:r>
              <a:rPr lang="en-US" sz="36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Extract business insights from sales data  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796" y="4410777"/>
            <a:ext cx="1082167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3600" b="1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Table: </a:t>
            </a:r>
            <a:r>
              <a:rPr lang="en-US" sz="360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pizzas, pizza types, orders, orders details</a:t>
            </a:r>
            <a:endParaRPr lang="en-US" sz="3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63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126" y="0"/>
            <a:ext cx="9144000" cy="80896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Questions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808966"/>
            <a:ext cx="12192000" cy="604903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lang="en-US" sz="1600" dirty="0" smtClean="0"/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Retrieve the total number of orders placed.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Calculate the total revenue generated from pizza sales.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Identify the highest-priced pizza.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Identify the most common pizza size ordered.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List the top 5 most ordered pizza types along with their quantities</a:t>
            </a:r>
            <a:r>
              <a:rPr lang="en-US" sz="1600" dirty="0" smtClean="0"/>
              <a:t>.</a:t>
            </a:r>
          </a:p>
          <a:p>
            <a:pPr algn="l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Intermediate</a:t>
            </a:r>
            <a:r>
              <a:rPr lang="en-US" sz="1600" dirty="0" smtClean="0"/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Join the necessary tables to find the total quantity of each pizza category ordered.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Determine the distribution of orders by hour of the day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.Join relevant tables to find the category-wise distribution of pizzas.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Group the orders by date and calculate the average number of pizzas ordered per day.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Determine the top 3 most ordered pizza types based on revenue.</a:t>
            </a:r>
          </a:p>
          <a:p>
            <a:pPr algn="l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Advanced</a:t>
            </a:r>
            <a:r>
              <a:rPr lang="en-US" sz="1600" dirty="0" smtClean="0"/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Calculate the percentage contribution of each pizza type to total revenue.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Analyze the cumulative revenue generated over time.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Determine the top 3 most ordered pizza types based on revenue for each pizza category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0491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543"/>
            <a:ext cx="12192000" cy="78779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common pizza size ordered.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972491"/>
            <a:ext cx="12192000" cy="488550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59" y="4712677"/>
            <a:ext cx="5008097" cy="21453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333"/>
            <a:ext cx="8243668" cy="341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3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65760" y="-309489"/>
            <a:ext cx="12093526" cy="1885071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distribution of orders by hour of the day.</a:t>
            </a:r>
            <a:b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5656217"/>
            <a:ext cx="12065391" cy="48332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46848"/>
            <a:ext cx="8243667" cy="4431323"/>
          </a:xfrm>
          <a:prstGeom prst="rect">
            <a:avLst/>
          </a:prstGeom>
          <a:pattFill prst="pct5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304" y="2046849"/>
            <a:ext cx="2897944" cy="443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8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899138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top 3 most ordered pizza types based on revenue.</a:t>
            </a:r>
            <a:b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706983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2702"/>
            <a:ext cx="7258929" cy="35309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9" y="4923692"/>
            <a:ext cx="5824777" cy="19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21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3464"/>
            <a:ext cx="11625943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🍕 Pizza Sales Data Analysis –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</a:p>
          <a:p>
            <a:endParaRPr lang="en-US" b="1" dirty="0"/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 recently worked on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Pizza Sales Data Analysis Project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behavior, sales performance, and product demand using a real-world dataset. The goal of this project was to extract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actionable business insights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could help a pizza business improve sales and optimize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operations. Below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are some of the key insights from the analysis.</a:t>
            </a:r>
          </a:p>
        </p:txBody>
      </p:sp>
      <p:sp>
        <p:nvSpPr>
          <p:cNvPr id="3" name="Rectangle 2"/>
          <p:cNvSpPr/>
          <p:nvPr/>
        </p:nvSpPr>
        <p:spPr>
          <a:xfrm>
            <a:off x="-1" y="2551837"/>
            <a:ext cx="961426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Overall Business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reveals strong sales performance with a high volume of customer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21,000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Pizzas Sold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49,000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$800K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numbers indicate a healthy demand for pizza products, with customers typically ordering 2–3 pizzas per order, suggesting group or family consumption.</a:t>
            </a:r>
          </a:p>
        </p:txBody>
      </p:sp>
    </p:spTree>
    <p:extLst>
      <p:ext uri="{BB962C8B-B14F-4D97-AF65-F5344CB8AC3E}">
        <p14:creationId xmlns:p14="http://schemas.microsoft.com/office/powerpoint/2010/main" val="77280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0"/>
            <a:ext cx="11834949" cy="678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Top-Selling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Pizzas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analysis highlights several pizzas that consistently drive sales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Popular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Pizzas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Classic Deluxe Pizza,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Barbecue Chicken Pizza, Hawaiian Pizza, Pepperoni Pizza, Thai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Chicken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Pizza.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products generate a large portion of total sales, showing that classic and chicken-based pizzas are highly preferred by customers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Businesses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should prioritize these pizzas in promotions, menu placement, and advertising campaigns.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📏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Pizza Size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Preferences :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demand varies significantly based on pizza size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Distribution by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Large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(L) – Highest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demand Medium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M) – Second most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popular Small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(S) – Moderate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XL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 XXL – Very low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Large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pizzas dominate sales, likely because they are ideal for group orders or family meals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Opportunity 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Offer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family combo deals or discounts on large pizzas to increase order value.</a:t>
            </a:r>
          </a:p>
        </p:txBody>
      </p:sp>
    </p:spTree>
    <p:extLst>
      <p:ext uri="{BB962C8B-B14F-4D97-AF65-F5344CB8AC3E}">
        <p14:creationId xmlns:p14="http://schemas.microsoft.com/office/powerpoint/2010/main" val="376584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4172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Peak Sales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Understanding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ordering patterns is essential for business operations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Busy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PM – 1 PM (Lunch peak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PM – 7 PM (Dinner peak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slots experience the highest number of orders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Restaurants should ensure adequate staffing and inventory during these hours to maintain service quality.🧑‍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🍳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Customer Ordering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analysis shows clear patterns in customer purchasing habits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prefer classic and well-known pizza flavors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Orders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usually include multiple pizzas, indicating group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consumption.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Demand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increases during meal times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suggests that the pizza business is largely driven by family meals, office orders, and social gatherings.</a:t>
            </a:r>
          </a:p>
        </p:txBody>
      </p:sp>
    </p:spTree>
    <p:extLst>
      <p:ext uri="{BB962C8B-B14F-4D97-AF65-F5344CB8AC3E}">
        <p14:creationId xmlns:p14="http://schemas.microsoft.com/office/powerpoint/2010/main" val="62617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9302"/>
            <a:ext cx="91440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Based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the insights, several strategies could help improve revenue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Promote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best-selling pizzas through targeted marketing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Introduce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combo deals for large pizzas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staffing during peak lunch and dinner hours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limited-time offers on less popular pizza sizes to boost demand.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🚀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Conclusion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This project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demonstrates how data analysis can transform raw sales data into meaningful business insights. By understanding customer preferences, sales trends, and peak demand periods, businesses can make data-driven decisions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improve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sles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performance and customers satisfactions.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65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46520" y="263323"/>
            <a:ext cx="63017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5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Repository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6687" y="1447817"/>
            <a:ext cx="963398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tehttps://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github.com/siddharthbusiness123123-cmd/Pizzas-Sales-Analysis-using-SQL-Serverxt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23898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5" id="{24CE307A-985E-4AE8-872B-263B79B0EAF9}" vid="{3C03AE60-162F-47BA-9294-674CFFBF1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ppppllll</Template>
  <TotalTime>47</TotalTime>
  <Words>730</Words>
  <Application>Microsoft Office PowerPoint</Application>
  <PresentationFormat>Widescreen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Pizza Sales Data Analysis using SQL Server</vt:lpstr>
      <vt:lpstr>Business Questions</vt:lpstr>
      <vt:lpstr>Identify the most common pizza size ordered.</vt:lpstr>
      <vt:lpstr>Determine the distribution of orders by hour of the day. </vt:lpstr>
      <vt:lpstr>Determine the top 3 most ordered pizza types based on revenue.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Data Analysis using SQL Server</dc:title>
  <dc:creator>Microsoft account</dc:creator>
  <cp:lastModifiedBy>Microsoft account</cp:lastModifiedBy>
  <cp:revision>6</cp:revision>
  <dcterms:created xsi:type="dcterms:W3CDTF">2026-03-12T15:52:27Z</dcterms:created>
  <dcterms:modified xsi:type="dcterms:W3CDTF">2026-03-12T16:39:37Z</dcterms:modified>
</cp:coreProperties>
</file>